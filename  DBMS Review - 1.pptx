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6" r:id="rId2"/>
    <p:sldId id="272" r:id="rId3"/>
    <p:sldId id="273" r:id="rId4"/>
    <p:sldId id="274" r:id="rId5"/>
    <p:sldId id="275" r:id="rId6"/>
    <p:sldId id="276" r:id="rId7"/>
    <p:sldId id="277" r:id="rId8"/>
    <p:sldId id="283" r:id="rId9"/>
    <p:sldId id="284" r:id="rId10"/>
    <p:sldId id="285" r:id="rId11"/>
    <p:sldId id="282" r:id="rId12"/>
    <p:sldId id="279" r:id="rId13"/>
    <p:sldId id="280" r:id="rId14"/>
    <p:sldId id="27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FB1684-02CA-FD4A-AA44-E51A941D260A}" v="1" dt="2026-08-11T15:06:03.287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45"/>
  </p:normalViewPr>
  <p:slideViewPr>
    <p:cSldViewPr snapToGrid="0" snapToObjects="1">
      <p:cViewPr varScale="1">
        <p:scale>
          <a:sx n="96" d="100"/>
          <a:sy n="96" d="100"/>
        </p:scale>
        <p:origin x="176" y="4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9A046-60D8-4238-BF51-8C6069F617A3}" type="datetimeFigureOut">
              <a:rPr lang="en-IN" smtClean="0"/>
              <a:t>12/08/26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C8A66-69BF-4F14-9280-1D46BD976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5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4EE9-0F57-F812-9373-B96856D2D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certificate&#10;&#10;AI-generated content may be incorrect.">
            <a:extLst>
              <a:ext uri="{FF2B5EF4-FFF2-40B4-BE49-F238E27FC236}">
                <a16:creationId xmlns:a16="http://schemas.microsoft.com/office/drawing/2014/main" id="{5609B6CF-D4DE-2716-8042-3176E9E1E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354"/>
          </a:xfrm>
        </p:spPr>
      </p:pic>
    </p:spTree>
    <p:extLst>
      <p:ext uri="{BB962C8B-B14F-4D97-AF65-F5344CB8AC3E}">
        <p14:creationId xmlns:p14="http://schemas.microsoft.com/office/powerpoint/2010/main" val="74237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text and words&#10;&#10;AI-generated content may be incorrect.">
            <a:extLst>
              <a:ext uri="{FF2B5EF4-FFF2-40B4-BE49-F238E27FC236}">
                <a16:creationId xmlns:a16="http://schemas.microsoft.com/office/drawing/2014/main" id="{22E3B796-F618-596A-DEBC-339EBB7B0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27498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document&#10;&#10;AI-generated content may be incorrect.">
            <a:extLst>
              <a:ext uri="{FF2B5EF4-FFF2-40B4-BE49-F238E27FC236}">
                <a16:creationId xmlns:a16="http://schemas.microsoft.com/office/drawing/2014/main" id="{B8053D15-3E59-13D1-3178-40A13D625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0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CE14EC-1ADF-DA0D-880A-69CC0E989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9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BDA063B-C385-E6C4-6F4E-451D5635C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6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white board&#10;&#10;AI-generated content may be incorrect.">
            <a:extLst>
              <a:ext uri="{FF2B5EF4-FFF2-40B4-BE49-F238E27FC236}">
                <a16:creationId xmlns:a16="http://schemas.microsoft.com/office/drawing/2014/main" id="{135F52B5-616E-18E3-0C34-E4D5A5019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96878"/>
      </p:ext>
    </p:extLst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EA2E07-FB30-0C54-995E-EC3A7FC73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432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09461D-C409-4FB6-6612-BFD5B59A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1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F55477-2E42-CB49-5F9B-258C7D58C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6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database&#10;&#10;AI-generated content may be incorrect.">
            <a:extLst>
              <a:ext uri="{FF2B5EF4-FFF2-40B4-BE49-F238E27FC236}">
                <a16:creationId xmlns:a16="http://schemas.microsoft.com/office/drawing/2014/main" id="{9BECB28B-B7ED-8B4F-A069-0EAEB6370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8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065F6D3-17E1-5249-CDDF-7CE99AFED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416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7580D9-A7D9-0835-B2AC-7C04BE60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0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D3A31D-395B-A804-F0E0-57CCCAFF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07907"/>
      </p:ext>
    </p:extLst>
  </p:cSld>
  <p:clrMapOvr>
    <a:masterClrMapping/>
  </p:clrMapOvr>
  <p:transition spd="slow">
    <p:wheel spokes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hank you&#10;&#10;AI-generated content may be incorrect.">
            <a:extLst>
              <a:ext uri="{FF2B5EF4-FFF2-40B4-BE49-F238E27FC236}">
                <a16:creationId xmlns:a16="http://schemas.microsoft.com/office/drawing/2014/main" id="{D2266A81-9387-13EC-D704-8102CFE19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7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0</Words>
  <Application>Microsoft Macintosh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VITTHAL</dc:creator>
  <cp:keywords/>
  <dc:description>generated using python-pptx</dc:description>
  <cp:lastModifiedBy>25B11AI494</cp:lastModifiedBy>
  <cp:revision>12</cp:revision>
  <dcterms:created xsi:type="dcterms:W3CDTF">2013-01-27T09:14:16Z</dcterms:created>
  <dcterms:modified xsi:type="dcterms:W3CDTF">2026-08-12T09:39:02Z</dcterms:modified>
  <cp:category/>
</cp:coreProperties>
</file>